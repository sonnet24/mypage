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40" r:id="rId15"/>
    <p:sldId id="438" r:id="rId13"/>
    <p:sldId id="43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ckd_aiker_row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 / 경쟁사 브랜드: 키움정, 하우투키, 키즈픽션, 종근당아이커키성장, 그로스템포, 피크하이트 검색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6개 중 1개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노출은 일부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종근당아이커 검색에만 FGO 노출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검색에서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상품은 일부 경쟁사에만 노출됩니다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경쟁사별로 성과를 보고, 효율이 낮은 곳은 제외해 잘 되는 키워드만 남기겠습니다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키즈픽션·그로스템포·피크하이트 검색에도 두드림 미노출 / 키앤이거 검색에서는 두드림 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48119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2548119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86447"/>
            <a:ext cx="3505200" cy="195378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160" y="2886447"/>
            <a:ext cx="3505200" cy="19374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30"/>
          <p:cNvSpPr txBox="1"/>
          <p:nvPr/>
        </p:nvSpPr>
        <p:spPr>
          <a:xfrm>
            <a:off x="8107680" y="2548119"/>
            <a:ext cx="350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"종근당아이커키성장"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광고 노출</a:t>
            </a:r>
          </a:p>
        </p:txBody>
      </p:sp>
      <p:pic>
        <p:nvPicPr>
          <p:cNvPr id="19" name="Picture 31" descr="howtok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7680" y="2886447"/>
            <a:ext cx="3505200" cy="190933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일부 검색어에만 노출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경쟁사별로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효율 낮은 경쟁사 키워드는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대표는 열어 두고, 경쟁사는 효율 낮은 곳만 제외합니다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노출 상품을 늘리고, 리뷰 수 차이가 큰 검색어는 순위를 낮추어 적정 입찰가로 운영합니다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 광고 상품 확대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1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상세 페이지 추가구성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통합·집중·직접 운영형을 역할별로 나눠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광고 상품 확대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수 차이가 큰 검색어는 적정 입찰가로 순위를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대표·세부 검색어는 통합 운영형이 찾고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카무트는 집중 운영형으로 성과를 검증합니다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3  운영형별 예산 관리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