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3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9" Type="http://schemas.openxmlformats.org/officeDocument/2006/relationships/presProps" Target="presProps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D339B-5518-4220-A5EC-C17406771880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A4A0D-F971-42FA-B832-151C9EA10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39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A5EFE-3F8F-5D68-421B-2B0607093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8E661E-CD00-4DCF-7002-CFCED59D1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3A802-5BBC-5B90-3AB2-E6478A72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08076-D652-25C5-C539-88C1DFBB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369F45-D33D-07B4-C996-3F604A95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35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DEF00-6B72-4A0F-09C7-EC3CBCEC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4DF9E-96D1-0CB8-35E3-92FA2B2E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F49C4-98E1-73F9-ACFF-86BBA9A6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D3B17-B855-5178-9CD4-D5DA5615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87DE5-4E9C-EB3C-4FA3-60700312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3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A7E04-47FE-99AA-58FB-864D11AAF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63215-B775-1A9E-6307-CE0912637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17DAF-E9D3-4C34-A80A-0A6A9202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F7F450-589C-3D96-6319-AD11F924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F2ED9E-CDCA-7DFC-93E9-9F452493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06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F4531-B35F-412B-B5E5-BB5D7551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E0DA9-4EB0-3129-2479-2E93410D0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ED597F-FCE4-72CE-6A53-BBE99F721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28F1CA-AD0F-642D-2F6B-16E295AD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0DCBF0-5AD5-6BF4-BCA2-C05C59F9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FE4C43-3412-5FA5-B20E-57131C06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1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6258-4569-42D5-DE1E-01095535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7BDDCE-E7A8-D9AC-1155-4FB437CF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C3DF4C-5096-CAEE-206A-14EA3A57A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FE454C-FFD7-BC23-D574-8262B007C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2C5E07-40DD-DE09-29C5-FECBA7EFC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247EDB-776D-AFEF-65B6-DD0BC300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68CAF9-F212-C742-0E9C-859552DD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057D1E-2086-9332-A4CD-55FBF160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4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BD9A2-8CE7-1085-F5CD-2ADB3C53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A99087-D8E5-BBB1-006B-9E6E2EA5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48BEF3-FC78-F512-5E03-63EACD5B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7A1DF5-4CC6-80E3-791B-B3515783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07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18778-9F04-DEB0-044D-3EFF10F0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72C68B-5AB2-0AA5-51ED-E6D4C426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56A87-1EBA-BB3B-6652-14B5D84B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85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A2155-7D27-56EC-BB31-BD780C2E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18B50-F0F1-B222-1CD8-AB5C274C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E1CBB0-8268-E44C-5777-E0F18129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48C5A7-69B2-CDC0-C166-511D2113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F4C09-A9DD-D394-30CB-36A45903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70D902-143A-D73D-5032-C10485B9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28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216E7-1915-D845-56D4-0F1856F4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D51BDD-B3B3-C866-3865-10C7C89C87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FCBB3B-7BFE-454E-E8C1-31116E89B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2B9CB9-E5DC-C162-97A0-7A5D7420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B588F0-4E7A-C2C7-743C-9C955D63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72DE62-085C-2BA9-C649-64D1EA80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16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BC024-2FC8-8551-CB26-783A1234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8B235-76CB-DE9A-262E-CFF90476B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69E48F-D785-5CAC-6A05-9AAC9308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BF1AC-7DC3-92CE-6FE5-B3406E7F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DF5BC-7F34-599A-36D2-83C86753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17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BCE91C-E350-62FA-4E73-0307AEB0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C05D91-D80F-D64F-C551-1A3426FB1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AEB09B-6BEB-EC97-48DB-F09423EB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2F20EC-7BAD-F719-7083-B0FF1BF4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20B36-A953-3331-3EF5-88A9C35D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14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7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3231B9-3232-E59C-ED7F-FB99F6D4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010D45-F53A-5258-1134-4023D0C99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096B4-7752-8B1E-BB67-E34D89EC7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DBED7-30BC-C28B-7C48-3287B6D98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213279-39E8-34AA-0F1A-477609874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82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9" Type="http://schemas.openxmlformats.org/officeDocument/2006/relationships/image" Target="../media/image14.png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광고 영역에는 FGO와 프로바이오키드 위주로 노출되고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미니샵의 다른 아이클타임 상품은 대부분 빠져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지마켓 현황 진단 ②  판매 상품과 광고 상품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판매 상품을 브랜드 검색어 그룹에 모두 등록해 광고 노출을 늘리고, 낮은 입찰가로 ROAS를 높이겠습니다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2026.10.13 지마켓 (주)두드림 미니샵 내 "아이클타임" 검색 결과, 지마켓 "아이클타임" 검색 결과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484160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지마켓 미니샵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(주)두드림 "아이클타임" 검색</a:t>
            </a:r>
          </a:p>
        </p:txBody>
      </p:sp>
      <p:pic>
        <p:nvPicPr>
          <p:cNvPr id="12" name="Picture 11" descr="g_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4841607" cy="219456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48640" y="4663440"/>
            <a:ext cx="484160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 노출  </a:t>
            </a:r>
            <a:r>
              <a:rPr sz="11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FGO 5박스·4박스, 프로바이오키드 위주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그 외  </a:t>
            </a:r>
            <a:r>
              <a:rPr sz="110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남은 광고는 뉴트리원, 녹십초</a:t>
            </a:r>
          </a:p>
        </p:txBody>
      </p:sp>
      <p:sp>
        <p:nvSpPr>
          <p:cNvPr id="16" name="TextBox 13"/>
          <p:cNvSpPr txBox="1"/>
          <p:nvPr/>
        </p:nvSpPr>
        <p:spPr>
          <a:xfrm>
            <a:off x="5943600" y="19933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"키움정"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경쟁사 브랜드 검색어</a:t>
            </a:r>
          </a:p>
        </p:txBody>
      </p:sp>
      <p:pic>
        <p:nvPicPr>
          <p:cNvPr id="17" name="Picture 14" descr="g_kium.png"/>
          <p:cNvPicPr>
            <a:picLocks noChangeAspect="1"/>
          </p:cNvPicPr>
          <p:nvPr/>
        </p:nvPicPr>
        <p:blipFill>
          <a:blip r:embed="rId9"/>
          <a:srcRect b="24806"/>
          <a:stretch>
            <a:fillRect/>
          </a:stretch>
        </p:blipFill>
        <p:spPr>
          <a:xfrm>
            <a:off x="5943600" y="2331720"/>
            <a:ext cx="3850661" cy="219456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8" name="TextBox 15"/>
          <p:cNvSpPr txBox="1"/>
          <p:nvPr/>
        </p:nvSpPr>
        <p:spPr>
          <a:xfrm>
            <a:off x="5943600" y="466344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5개 모두 키움정 상품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두드림  </a:t>
            </a:r>
            <a:r>
              <a:rPr sz="1050" b="0">
                <a:solidFill>
                  <a:srgbClr val="222222"/>
                </a:solidFill>
                <a:latin typeface="에이투지체 4 Regular"/>
                <a:ea typeface="에이투지체 4 Regular"/>
                <a:cs typeface="에이투지체 4 Regular"/>
              </a:rPr>
              <a:t>노출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2560</Words>
  <Application>Microsoft Office PowerPoint</Application>
  <PresentationFormat>와이드스크린</PresentationFormat>
  <Paragraphs>416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맑은 고딕</vt:lpstr>
      <vt:lpstr>에이투지체 3 Light</vt:lpstr>
      <vt:lpstr>에이투지체 4 Regular</vt:lpstr>
      <vt:lpstr>에이투지체 5 Medium</vt:lpstr>
      <vt:lpstr>에이투지체 6 SemiBold</vt:lpstr>
      <vt:lpstr>에이투지체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LINKPRICE USER084</dc:creator>
  <cp:lastModifiedBy>LINKPRICE USER084</cp:lastModifiedBy>
  <cp:revision>9</cp:revision>
  <dcterms:created xsi:type="dcterms:W3CDTF">2026-10-13T10:08:00Z</dcterms:created>
  <dcterms:modified xsi:type="dcterms:W3CDTF">2026-10-13T10:41:06Z</dcterms:modified>
</cp:coreProperties>
</file>