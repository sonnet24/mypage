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38" r:id="rId13"/>
    <p:sldId id="439" r:id="rId14"/>
    <p:sldId id="440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검색에 두드림 없음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키움정, 하우투키 검색은 경쟁사 상품뿐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 결과에는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상품이 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제외하지 않고 노출해 전환 성과를 확인하겠습니다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5933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0723" y="1993392"/>
            <a:ext cx="463215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593355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723" y="2331720"/>
            <a:ext cx="4632157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노출 상품을 늘리고, 리뷰 수 차이가 큰 검색어는 순위를 낮추어 적정 입찰가로 운영합니다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 광고 상품 확대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④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통합·집중·직접 운영형을 역할별로 나눠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광고 상품 확대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수 차이가 큰 검색어는 적정 입찰가로 순위를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대표·세부 검색어는 통합 운영형이 찾고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카무트는 집중 운영형으로 성과를 검증합니다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오픈마켓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운영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관리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사내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리포트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(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동종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건기식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사례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