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5"/>
  </p:notesMasterIdLst>
  <p:sldIdLst>
    <p:sldId id="385" r:id="rId3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2F5C"/>
    <a:srgbClr val="0000FF"/>
    <a:srgbClr val="004F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734" autoAdjust="0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648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79" Type="http://schemas.openxmlformats.org/officeDocument/2006/relationships/tableStyles" Target="tableStyles.xml"/><Relationship Id="rId77" Type="http://schemas.openxmlformats.org/officeDocument/2006/relationships/viewProps" Target="viewProps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78" Type="http://schemas.openxmlformats.org/officeDocument/2006/relationships/theme" Target="theme/theme1.xml"/><Relationship Id="rId34" Type="http://schemas.openxmlformats.org/officeDocument/2006/relationships/slide" Target="slides/slide33.xml"/><Relationship Id="rId7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217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DB4B41A-1637-8958-7E11-BE5A2400B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CB4DE-46F0-4FB5-AA1B-AAB37E8DA0B9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3DC8B37-7FF8-8F57-1143-0ED670E45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4E5C64-53B1-521B-5A14-4EDD2605D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F42FC-5F5F-447A-A6C6-E387B19911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7515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 spc="10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PART 2 · 11월 마케팅 전략 · 미디어믹스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ts val="2600"/>
              </a:lnSpc>
            </a:pPr>
            <a:r>
              <a:rPr sz="1900" b="0">
                <a:solidFill>
                  <a:srgbClr val="FFFFFF"/>
                </a:solidFill>
                <a:highlight>
                  <a:srgbClr val="0000FF"/>
                </a:highlight>
                <a:latin typeface="에이투지체 8 ExtraBold"/>
                <a:ea typeface="에이투지체 8 ExtraBold"/>
                <a:cs typeface="에이투지체 8 ExtraBold"/>
              </a:rPr>
              <a:t>쿠팡 주력 상품이 핵심 검색어 첫 화면에 없습니다</a:t>
            </a:r>
          </a:p>
          <a:p>
            <a:pPr>
              <a:lnSpc>
                <a:spcPts val="2600"/>
              </a:lnSpc>
            </a:pPr>
            <a:r>
              <a:rPr sz="1900" b="0">
                <a:solidFill>
                  <a:srgbClr val="222222"/>
                </a:solidFill>
                <a:latin typeface="에이투지체 8 ExtraBold"/>
                <a:ea typeface="에이투지체 8 ExtraBold"/>
                <a:cs typeface="에이투지체 8 ExtraBold"/>
              </a:rPr>
              <a:t>로켓배송과 리뷰는 이미 갖춘 상태입니다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17904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C5C5C"/>
                </a:solidFill>
                <a:latin typeface="에이투지체 5 Medium"/>
                <a:ea typeface="에이투지체 5 Medium"/>
                <a:cs typeface="에이투지체 5 Medium"/>
              </a:rPr>
              <a:t>쿠팡 현황 진단 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577840"/>
            <a:ext cx="11064240" cy="438912"/>
          </a:xfrm>
          <a:prstGeom prst="roundRect">
            <a:avLst>
              <a:gd name="adj" fmla="val 16666"/>
            </a:avLst>
          </a:prstGeom>
          <a:solidFill>
            <a:srgbClr val="EAF2FB"/>
          </a:solidFill>
          <a:ln w="9525">
            <a:solidFill>
              <a:srgbClr val="004F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0664" y="5632704"/>
            <a:ext cx="10671048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이미 갖춘 로켓 상품을 대표 검색어와 경쟁사 검색어에서도 보이게 하는 것이 쿠팡의 과제입니다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89904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919191"/>
                </a:solidFill>
                <a:latin typeface="에이투지체 3 Light"/>
                <a:ea typeface="에이투지체 3 Light"/>
                <a:cs typeface="에이투지체 3 Light"/>
              </a:rPr>
              <a:t>상품: 2026.10.12 (주)두드림비엔비 쿠팡 브랜드샵 / 검색: 2026.10.13 쿠팡 PC 검색 화면 기준 (비로그인). 검색 결과는 새로고침, 사용자별로 달라짐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19191"/>
                </a:solidFill>
                <a:latin typeface="에이투지체 3 Light"/>
                <a:ea typeface="에이투지체 3 Light"/>
                <a:cs typeface="에이투지체 3 Light"/>
              </a:rPr>
              <a:t>DODREAM B&amp;B AD PROPOSAL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647395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19191"/>
                </a:solidFill>
                <a:latin typeface="에이투지체 3 Light"/>
                <a:ea typeface="에이투지체 3 Light"/>
                <a:cs typeface="에이투지체 3 Light"/>
              </a:rPr>
              <a:t>LINKPRICE · BRAND AD CENTER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222222"/>
                </a:solidFill>
                <a:latin typeface="에이투지체 6 SemiBold"/>
                <a:ea typeface="에이투지체 6 SemiBold"/>
                <a:cs typeface="에이투지체 6 SemiBold"/>
              </a:rPr>
              <a:t>33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03120"/>
            <a:ext cx="3447288" cy="1051560"/>
          </a:xfrm>
          <a:prstGeom prst="roundRect">
            <a:avLst>
              <a:gd name="adj" fmla="val 6956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157984"/>
            <a:ext cx="301752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>
                <a:solidFill>
                  <a:srgbClr val="004F9F"/>
                </a:solidFill>
                <a:latin typeface="에이투지체 8 ExtraBold"/>
                <a:ea typeface="에이투지체 8 ExtraBold"/>
                <a:cs typeface="에이투지체 8 ExtraBold"/>
              </a:rPr>
              <a:t>리뷰 827 · 968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724912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5C5C5C"/>
                </a:solidFill>
                <a:latin typeface="에이투지체 6 SemiBold"/>
                <a:ea typeface="에이투지체 6 SemiBold"/>
                <a:cs typeface="에이투지체 6 SemiBold"/>
              </a:rPr>
              <a:t>FGO · 카무트 로켓 상품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337560"/>
            <a:ext cx="34472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75" b="0">
                <a:solidFill>
                  <a:srgbClr val="222222"/>
                </a:solidFill>
                <a:latin typeface="에이투지체 6 SemiBold"/>
                <a:ea typeface="에이투지체 6 SemiBold"/>
                <a:cs typeface="에이투지체 6 SemiBold"/>
              </a:rPr>
              <a:t>구매 조건은 갖춰진 상태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794760"/>
            <a:ext cx="3447288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rPr>
              <a:t>주력 상품 모두 로켓 판매</a:t>
            </a:r>
          </a:p>
          <a:p>
            <a:pPr algn="l"/>
            <a:r>
              <a:rPr sz="1300" b="0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rPr>
              <a:t>철분 · 유산균 등도 리뷰 65~588</a:t>
            </a:r>
          </a:p>
          <a:p>
            <a:pPr algn="l"/>
            <a:r>
              <a:rPr sz="1300" b="0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rPr>
              <a:t>외부몰 중 가장 큰 매체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4873752"/>
            <a:ext cx="3447288" cy="0"/>
          </a:xfrm>
          <a:prstGeom prst="line">
            <a:avLst/>
          </a:prstGeom>
          <a:ln w="1270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640" y="4983480"/>
            <a:ext cx="34472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광고로 넓힐 기반은 확보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61688" y="2103120"/>
            <a:ext cx="3447288" cy="1051560"/>
          </a:xfrm>
          <a:prstGeom prst="roundRect">
            <a:avLst>
              <a:gd name="adj" fmla="val 6956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90288" y="2157984"/>
            <a:ext cx="301752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>
                <a:solidFill>
                  <a:srgbClr val="004F9F"/>
                </a:solidFill>
                <a:latin typeface="에이투지체 8 ExtraBold"/>
                <a:ea typeface="에이투지체 8 ExtraBold"/>
                <a:cs typeface="에이투지체 8 ExtraBold"/>
              </a:rPr>
              <a:t>3개 중 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2724912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5C5C5C"/>
                </a:solidFill>
                <a:latin typeface="에이투지체 6 SemiBold"/>
                <a:ea typeface="에이투지체 6 SemiBold"/>
                <a:cs typeface="에이투지체 6 SemiBold"/>
              </a:rPr>
              <a:t>대표 검색어 첫 화면 노출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61688" y="3337560"/>
            <a:ext cx="34472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75" b="0">
                <a:solidFill>
                  <a:srgbClr val="222222"/>
                </a:solidFill>
                <a:latin typeface="에이투지체 6 SemiBold"/>
                <a:ea typeface="에이투지체 6 SemiBold"/>
                <a:cs typeface="에이투지체 6 SemiBold"/>
              </a:rPr>
              <a:t>대표 검색어에서 보이지 않음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61688" y="3794760"/>
            <a:ext cx="3447288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rPr>
              <a:t>키성장영양제, 키크는영양제, 카무트효소</a:t>
            </a:r>
          </a:p>
          <a:p>
            <a:pPr algn="l"/>
            <a:r>
              <a:rPr sz="1300" b="0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rPr>
              <a:t>첫 화면에 두드림 상품 없음</a:t>
            </a:r>
          </a:p>
          <a:p>
            <a:pPr algn="l"/>
            <a:r>
              <a:rPr sz="1300" b="0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rPr>
              <a:t>광고 자리는 키움정, 키앤이거, 그레인온 등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361688" y="4873752"/>
            <a:ext cx="3447287" cy="0"/>
          </a:xfrm>
          <a:prstGeom prst="line">
            <a:avLst/>
          </a:prstGeom>
          <a:ln w="1270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361688" y="4983480"/>
            <a:ext cx="34472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카테고리 검색 수요가 경쟁 상품에 집중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74736" y="2103120"/>
            <a:ext cx="3447288" cy="1051560"/>
          </a:xfrm>
          <a:prstGeom prst="roundRect">
            <a:avLst>
              <a:gd name="adj" fmla="val 6956"/>
            </a:avLst>
          </a:prstGeom>
          <a:solidFill>
            <a:srgbClr val="0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03336" y="2157984"/>
            <a:ext cx="301752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에이투지체 8 ExtraBold"/>
                <a:ea typeface="에이투지체 8 ExtraBold"/>
                <a:cs typeface="에이투지체 8 ExtraBold"/>
              </a:rPr>
              <a:t>경쟁사 광고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03336" y="2724912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C9DAEE"/>
                </a:solidFill>
                <a:latin typeface="에이투지체 6 SemiBold"/>
                <a:ea typeface="에이투지체 6 SemiBold"/>
                <a:cs typeface="에이투지체 6 SemiBold"/>
              </a:rPr>
              <a:t>자사 브랜드 검색 광고 자리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74736" y="3337560"/>
            <a:ext cx="34472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75" b="0">
                <a:solidFill>
                  <a:srgbClr val="222222"/>
                </a:solidFill>
                <a:latin typeface="에이투지체 6 SemiBold"/>
                <a:ea typeface="에이투지체 6 SemiBold"/>
                <a:cs typeface="에이투지체 6 SemiBold"/>
              </a:rPr>
              <a:t>브랜드 검색어에 경쟁사 광고 노출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74736" y="3794760"/>
            <a:ext cx="3447288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rPr>
              <a:t>아이클타임 검색 첫 줄에 경쟁사 광고</a:t>
            </a:r>
          </a:p>
          <a:p>
            <a:pPr algn="l"/>
            <a:r>
              <a:rPr sz="1300" b="0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rPr>
              <a:t>반대로 경쟁사 브랜드 검색에는</a:t>
            </a:r>
          </a:p>
          <a:p>
            <a:pPr algn="l"/>
            <a:r>
              <a:rPr sz="1300" b="0">
                <a:solidFill>
                  <a:srgbClr val="5C5C5C"/>
                </a:solidFill>
                <a:latin typeface="에이투지체 4 Regular"/>
                <a:ea typeface="에이투지체 4 Regular"/>
                <a:cs typeface="에이투지체 4 Regular"/>
              </a:rPr>
              <a:t>두드림 노출 없음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174736" y="4873752"/>
            <a:ext cx="3447288" cy="0"/>
          </a:xfrm>
          <a:prstGeom prst="line">
            <a:avLst/>
          </a:prstGeom>
          <a:ln w="1270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174736" y="4983480"/>
            <a:ext cx="34472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검색어별 운영 구조 정리 필요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519</TotalTime>
  <Words>11174</Words>
  <Application>Microsoft Office PowerPoint</Application>
  <PresentationFormat>와이드스크린</PresentationFormat>
  <Paragraphs>1974</Paragraphs>
  <Slides>73</Slides>
  <Notes>32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73</vt:i4>
      </vt:variant>
    </vt:vector>
  </HeadingPairs>
  <TitlesOfParts>
    <vt:vector size="82" baseType="lpstr">
      <vt:lpstr>맑은 고딕</vt:lpstr>
      <vt:lpstr>에스코어 드림 6 Bold</vt:lpstr>
      <vt:lpstr>에이투지체 3 Light</vt:lpstr>
      <vt:lpstr>에이투지체 4 Regular</vt:lpstr>
      <vt:lpstr>에이투지체 5 Medium</vt:lpstr>
      <vt:lpstr>에이투지체 6 SemiBold</vt:lpstr>
      <vt:lpstr>에이투지체 8 ExtraBold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LINKPRICE USER084</cp:lastModifiedBy>
  <cp:revision>82</cp:revision>
  <dcterms:created xsi:type="dcterms:W3CDTF">2026-10-07T09:08:19Z</dcterms:created>
  <dcterms:modified xsi:type="dcterms:W3CDTF">2026-10-13T09:41:26Z</dcterms:modified>
</cp:coreProperties>
</file>