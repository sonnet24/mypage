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25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 경쟁사에만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 / 키앤이거 검색에서는 두드림 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86447"/>
            <a:ext cx="3505200" cy="195378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886447"/>
            <a:ext cx="3505200" cy="19374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810768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7680" y="2886447"/>
            <a:ext cx="3505200" cy="190933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