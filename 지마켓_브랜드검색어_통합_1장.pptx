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theme" Target="theme/them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19" Type="http://schemas.openxmlformats.org/officeDocument/2006/relationships/presProps" Target="presProps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5박스(76.9만 원) 구성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 검색 결과는 광고 5개 모두 키움정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