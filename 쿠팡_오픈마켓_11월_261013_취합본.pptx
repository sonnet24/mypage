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85" r:id="rId2"/>
    <p:sldId id="425" r:id="rId3"/>
    <p:sldId id="426" r:id="rId4"/>
    <p:sldId id="427" r:id="rId5"/>
    <p:sldId id="428" r:id="rId6"/>
    <p:sldId id="429" r:id="rId7"/>
    <p:sldId id="430" r:id="rId8"/>
    <p:sldId id="432" r:id="rId9"/>
    <p:sldId id="433" r:id="rId10"/>
    <p:sldId id="434" r:id="rId11"/>
    <p:sldId id="435" r:id="rId12"/>
    <p:sldId id="436" r:id="rId13"/>
    <p:sldId id="437" r:id="rId14"/>
    <p:sldId id="438" r:id="rId15"/>
    <p:sldId id="439" r:id="rId16"/>
    <p:sldId id="440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배송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상품을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 결과에서 원활하게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보이</a:t>
            </a:r>
            <a:r>
              <a:rPr lang="ko-KR" altLang="en-US"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게 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는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것이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광고로 넓힐 기반은 확보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광고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자사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키워드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검색어에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검색 첫 줄에 경쟁사가 광고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반대로 경쟁사 브랜드 검색 결과에는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두드림 노출 없음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아이클타임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결과에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나오고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결과에는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②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브랜드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광고를 유지하면서, 경쟁사 브랜드 검색어도 제외하지 않고 성과를 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"아이클타임" 검색 결과, 첫 줄에 키움정 광고</a:t>
            </a:r>
          </a:p>
        </p:txBody>
      </p:sp>
      <p:pic>
        <p:nvPicPr>
          <p:cNvPr id="12" name="Picture 11" descr="a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5760720" cy="317413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583680" y="199339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노출 없음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331720"/>
            <a:ext cx="2697480" cy="150356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64040" y="2606039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9535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전부 키움정</a:t>
            </a:r>
          </a:p>
        </p:txBody>
      </p:sp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931920"/>
            <a:ext cx="2697480" cy="149097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9464040" y="420624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45537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젬, 키앤이거 광고 노출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쌓인 FGO·카무트부터 노출을 넓히고, 목표 ROAS와 예산으로 노출 범위를 조정하겠습니다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네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쌓인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상품을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앞세워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FGO와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다음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히어로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상품의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수요를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넓혀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가겠습니다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 구조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4688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4688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145536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145536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145536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145536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대표·경쟁사 검색어는 제외 없이 성과를 봅니다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21868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21868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145536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3895344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3895344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성장 패키지 상품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895344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3895344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FGO 세트 상품 등록을 두드림에 제안하고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등록되면 어린이영양제 등 넓은 검색어까지 노출합니다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3968496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3968496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키성장 캠페인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895344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세트 매출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 외 매출 비중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48640" y="4645152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1520" y="4645152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집중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4645152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93008" y="4645152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상시 캠페인을 유지한 채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블프 기간 예산과 목표 ROAS만 조정합니다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1830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35240" y="471830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기존 캠페인 유지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645152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ROAS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99008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4204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 rot="5400000">
            <a:off x="966520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노출 범위와 제외 기준을 다르게 운영합니다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 첫 줄에 키움정 광고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 범위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키워드로 막지 않고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5클릭 이상 무전환 검색어만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광고 영역에 보이지 않습니다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광고 영역을 채우는 것이, 11번가는 공식 스토어 노출을 시작하는 것이 과제입니다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 / 11번가: 2026.10.13 11번가 PC 검색 화면 기준.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채우기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미노출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11번가 주요 검색어 3개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광고는 경쟁사 상품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키성장영양제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전부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리셀러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공식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스토어는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신규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없음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 기반부터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en-US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자사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브랜드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검색어의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영역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함께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있습니다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브랜드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검색어는 전용 그룹에 판매 상품을 모두 등록해 광고 영역까지 채우고, 입찰가는 낮게 운영하겠습니다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dirty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</a:t>
            </a:r>
            <a:r>
              <a:rPr sz="1250" b="0" dirty="0" err="1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아이클타임</a:t>
            </a:r>
            <a:r>
              <a:rPr sz="1250" b="0" dirty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  </a:t>
            </a:r>
            <a:r>
              <a:rPr lang="ko-KR" altLang="en-US" sz="125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8 ExtraBold"/>
              </a:rPr>
              <a:t>자사</a:t>
            </a:r>
            <a:r>
              <a:rPr sz="125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25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</a:t>
            </a:r>
            <a:r>
              <a:rPr sz="125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</a:t>
            </a:r>
            <a:endParaRPr sz="1250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pic>
        <p:nvPicPr>
          <p:cNvPr id="12" name="Picture 11" descr="g_a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3459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영역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먼저 둘러보세요 (파워클릭)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1~3번째, FGO 5박스 76.9만 원, 4박스, 프로바이오키드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4번째 뉴트리원 루테인 (362), 아래 녹십초 비타민C (1,215)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첫 번째 광고가 1박스가 아닌 5박스 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5" name="Picture 14" descr="g_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3246120" cy="2460338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582912" y="2377440"/>
            <a:ext cx="202996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먼저 둘러보세요 5개 모두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1개월 53,000원 (102), 구매 5,161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경쟁사는 자사 브랜드 검색 결과 광고를 모두 자사 상품으로 운영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③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6400800" cy="2901297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7223760" y="2331720"/>
            <a:ext cx="4389120" cy="2971800"/>
          </a:xfrm>
          <a:prstGeom prst="roundRect">
            <a:avLst>
              <a:gd name="adj" fmla="val 2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52360" y="2450592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판매 중  vs  광고 영역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880360"/>
            <a:ext cx="3977639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중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키성장 FGO, 츄어블 철분, 프로바이오키드, 프로바이오틱스, 멀티비타민 등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5박스, 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나머지 광고에 뉴트리원, 녹십초 노출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브랜드 검색어 그룹에 판매 상품 모두 등록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입찰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경쟁이 적은 브랜드 검색어는 입찰가를 낮게 설정해 ROAS 상승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 검색어에 두드림 상품이 노출되고 있고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주변 경쟁 상품과는 리뷰 수 차이가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④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상세 페이지 추가구성을 바꾸면</a:t>
            </a:r>
            <a:endParaRPr lang="en-US"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광고로 들어온 고객이 다른 상품도 볼 수 있습니다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⑤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상세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페이지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추가구성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상단에 성장 패키지 (FGO + 칼마디, FGO + 칼마디 + 철분)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 주요 검색어의 광고에는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경쟁사와 다른 판매처 상품이 노출되고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현황 진단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공식 스토어 대표 상품부터 브랜드 검색어에서 보이게 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11번가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21개 중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광고 전부 경쟁사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고려은단 키즈하이 (36,858)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동국제약 키해피 FGO, 데일리플랜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리셀러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검색어도 공식 스토어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 5개: 고려은단 2, 리셀러 3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상위 30개에 공식 스토어 상품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현대H몰, CJ, GS 등 판매처 노출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정비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신규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두드림 공식 스토어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리뷰 없이 시작하는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찜 1, 리뷰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 광고도 전부 경쟁사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(뉴트리원, 그레인온, 동국제약)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상품 1~2개에 집중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지마켓·11번가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네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지마켓 광고와 11번가 공식 스토어로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지마켓·11번가는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검증된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상품과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중심으로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채우기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4688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4688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145536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145536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145536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145536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격차가 큰 검색어는 CPC 상한을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21868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21868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145536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3895344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3895344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895344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3895344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 검색어는 CPC 상한 안에서 순위 관리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경쟁사 검색어는 매체 정책 확인 후 테스트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3968496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3968496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895344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48640" y="4645152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1520" y="4645152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기반 마련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4645152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93008" y="4645152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공식 스토어 대표 상품 1~2개에 집중해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검색어에서 판매처보다 먼저 노출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1830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35240" y="471830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645152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노출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전환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99008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4204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 rot="5400000">
            <a:off x="966520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운영 중인 광고를 유형별로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나누고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대표 상품부터 검증해 성과에 따라 예산을 재배분합니다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핵심과제  매체별 운영 구조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  AI Product Ads 유형별 역할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200" y="2057400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초기</a:t>
            </a: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  <a:endParaRPr sz="150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지마켓의 CPC는 상한선으로 관리하고, 매체별 상품 ROAS가 확인된 곳에 예산을 확대합니다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AI 자동 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직접 관리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통합 운영형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입찰 모두 AI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그 외 상품 소액 탐색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집중 운영형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상품은 선택, 입찰은 AI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효소 성과 검증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직접 운영형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키워드 · 입찰가 직접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 FGO 키워드별 CPC 상한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2" y="248716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600" y="257860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2654686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80" y="248716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브랜드 키워드 우선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2" y="306324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600" y="315468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3230758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80" y="306324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키성장 롱테일 테스트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2" y="3639312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600" y="3730752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3806830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80" y="3639312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대표 상품 1~2개에 집중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4152" y="4215384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8229600" y="4306824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9" name="Picture 58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4382902"/>
            <a:ext cx="140451" cy="14045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641080" y="4215384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월 1회 점검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월간 매체별 ROAS 비교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운영 관리  사내 월간 리포트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달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2560</Words>
  <Application>Microsoft Office PowerPoint</Application>
  <PresentationFormat>와이드스크린</PresentationFormat>
  <Paragraphs>416</Paragraphs>
  <Slides>16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9</cp:revision>
  <dcterms:created xsi:type="dcterms:W3CDTF">2026-10-13T10:08:00Z</dcterms:created>
  <dcterms:modified xsi:type="dcterms:W3CDTF">2026-10-13T10:41:06Z</dcterms:modified>
</cp:coreProperties>
</file>