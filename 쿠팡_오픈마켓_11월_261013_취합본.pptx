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38" r:id="rId14"/>
    <p:sldId id="440" r:id="rId16"/>
    <p:sldId id="43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검색에 두드림 없음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키움정, 하우투키 검색 결과에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상품 노출 없음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경쟁사 상품만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 결과에는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상품이 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제외하지 않고 노출해 전환 성과를 확인하겠습니다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5933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0723" y="1993392"/>
            <a:ext cx="463215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31720"/>
            <a:ext cx="4593355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723" y="2331720"/>
            <a:ext cx="4632157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Event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Event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그대로 두고 블프 기간 예산과 목표 ROAS만 조정합니다</a:t>
            </a:r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영역을 채우는 것이 시작 과제입니다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직접 운영형 광고를 중심으로 관리하겠습니다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2318</Words>
  <Application>Microsoft Office PowerPoint</Application>
  <PresentationFormat>와이드스크린</PresentationFormat>
  <Paragraphs>381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15</cp:revision>
  <dcterms:created xsi:type="dcterms:W3CDTF">2026-10-13T10:08:00Z</dcterms:created>
  <dcterms:modified xsi:type="dcterms:W3CDTF">2026-10-13T11:51:23Z</dcterms:modified>
</cp:coreProperties>
</file>