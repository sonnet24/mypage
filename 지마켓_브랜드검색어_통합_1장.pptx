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theme" Target="theme/them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19" Type="http://schemas.openxmlformats.org/officeDocument/2006/relationships/presProps" Target="presProps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image14.png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2331720"/>
            <a:ext cx="2895458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5943600" y="466344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5개 모두 키움정 상품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