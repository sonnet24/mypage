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41" r:id="rId10"/>
    <p:sldId id="435" r:id="rId11"/>
    <p:sldId id="436" r:id="rId12"/>
    <p:sldId id="437" r:id="rId13"/>
    <p:sldId id="438" r:id="rId14"/>
    <p:sldId id="439" r:id="rId15"/>
    <p:sldId id="44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6974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6974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72160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72160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72160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72160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02336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402336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72160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Event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Event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그대로 두고 블프 기간 예산과 목표 ROAS만 조정합니다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광고 영역에 보이지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지마켓과 11번가 모두 광고 영역을 채우는 것이 시작 과제입니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주요 검색어 3개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광고는 경쟁사 상품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리셀러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 주요 검색어의 광고에는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경쟁사와 다른 판매처 상품이 노출되고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공식 스토어 대표 상품부터 브랜드 검색어에서 보이게 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21개 중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광고 전부 경쟁사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리셀러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검색어도 공식 스토어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리셀러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 상시 노출, FGO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2310</Words>
  <Application>Microsoft Office PowerPoint</Application>
  <PresentationFormat>와이드스크린</PresentationFormat>
  <Paragraphs>381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13</cp:revision>
  <dcterms:created xsi:type="dcterms:W3CDTF">2026-10-13T10:08:00Z</dcterms:created>
  <dcterms:modified xsi:type="dcterms:W3CDTF">2026-10-13T11:09:39Z</dcterms:modified>
</cp:coreProperties>
</file>