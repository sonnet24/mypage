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85" r:id="rId2"/>
    <p:sldId id="425" r:id="rId3"/>
    <p:sldId id="426" r:id="rId4"/>
    <p:sldId id="427" r:id="rId5"/>
    <p:sldId id="428" r:id="rId6"/>
    <p:sldId id="429" r:id="rId7"/>
    <p:sldId id="430" r:id="rId8"/>
    <p:sldId id="432" r:id="rId9"/>
    <p:sldId id="441" r:id="rId10"/>
    <p:sldId id="435" r:id="rId11"/>
    <p:sldId id="436" r:id="rId12"/>
    <p:sldId id="437" r:id="rId13"/>
    <p:sldId id="438" r:id="rId14"/>
    <p:sldId id="439" r:id="rId15"/>
    <p:sldId id="44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광고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자사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키워드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검색어에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검색 첫 줄에 경쟁사가 광고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반대로 경쟁사 브랜드 검색 결과에는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두드림 노출 없음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결과에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나오고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결과에는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②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브랜드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광고를 유지하면서, 경쟁사 브랜드 검색어도 제외하지 않고 성과를 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"아이클타임" 검색 결과, 첫 줄에 키움정 광고</a:t>
            </a:r>
          </a:p>
        </p:txBody>
      </p:sp>
      <p:pic>
        <p:nvPicPr>
          <p:cNvPr id="12" name="Picture 11" descr="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5760720" cy="317413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583680" y="199339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노출 없음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331720"/>
            <a:ext cx="2697480" cy="150356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64040" y="2606039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535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전부 키움정</a:t>
            </a:r>
          </a:p>
        </p:txBody>
      </p:sp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931920"/>
            <a:ext cx="2697480" cy="149097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464040" y="420624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5537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젬, 키앤이거 광고 노출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 구조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6974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6974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721608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721608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721608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721608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02336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402336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721608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Event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Event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그대로 두고 블프 기간 예산과 목표 ROAS만 조정합니다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첫 줄에 키움정 광고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광고 영역에 보이지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지마켓과 11번가 모두 광고 영역을 채우는 것이 시작 과제입니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 / 11번가: 2026.10.13 11번가 PC 검색 화면 기준.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11번가 주요 검색어 3개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광고는 경쟁사 상품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키성장영양제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전부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리셀러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공식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스토어는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신규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없음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 기반부터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④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 주요 검색어의 광고에는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경쟁사와 다른 판매처 상품이 노출되고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공식 스토어 대표 상품부터 브랜드 검색어에서 보이게 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11번가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21개 중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광고 전부 경쟁사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고려은단 키즈하이 (36,858)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동국제약 키해피 FGO, 데일리플랜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 검색 · 공식 스토어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결과는 다른 판매처 중심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 5개: 고려은단 2, 다른 판매처 3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상위 30개에 공식 스토어 상품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현대H몰, CJ, GS 등 판매처 노출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정비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신규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두드림 공식 스토어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리뷰 없이 시작하는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찜 1, 리뷰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 광고도 전부 경쟁사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(뉴트리원, 그레인온, 동국제약)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상품 1~2개에 집중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지마켓·11번가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네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지마켓 광고와 11번가 공식 스토어로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지마켓·11번가는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검증된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중심으로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4688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4688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145536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14553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145536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145536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21868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21868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14553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3895344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389534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895344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3895344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3968496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3968496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8953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645152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64515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기반 마련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645152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645152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공식 스토어 대표 상품 1~2개에 집중해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검색어에서 판매처보다 먼저 노출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1830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71830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6451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노출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전환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운영 중인 광고를 유형별로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나누고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대표 상품부터 검증해 성과에 따라 예산을 재배분합니다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핵심과제  매체별 운영 구조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  AI Product Ads 유형별 역할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초기</a:t>
            </a: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지마켓의 CPC는 상한선으로 관리하고, 매체별 상품 ROAS가 확인된 곳에 예산을 확대합니다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AI 자동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직접 관리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통합 운영형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입찰 모두 AI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그 외 상품 소액 탐색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집중 운영형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상품은 선택, 입찰은 AI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효소 성과 검증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직접 운영형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키워드 · 입찰가 직접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 상시 노출, FGO CPC 상한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브랜드 키워드 우선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키성장 롱테일 테스트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대표 상품 1~2개에 집중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2310</Words>
  <Application>Microsoft Office PowerPoint</Application>
  <PresentationFormat>와이드스크린</PresentationFormat>
  <Paragraphs>381</Paragraphs>
  <Slides>15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13</cp:revision>
  <dcterms:created xsi:type="dcterms:W3CDTF">2026-10-13T10:08:00Z</dcterms:created>
  <dcterms:modified xsi:type="dcterms:W3CDTF">2026-10-13T11:09:39Z</dcterms:modified>
</cp:coreProperties>
</file>