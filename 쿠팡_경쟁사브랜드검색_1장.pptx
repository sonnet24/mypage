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25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17" Type="http://schemas.openxmlformats.org/officeDocument/2006/relationships/presProps" Target="presProps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9" Type="http://schemas.openxmlformats.org/officeDocument/2006/relationships/image" Target="../media/ckd_aiker_row1.png"/><Relationship Id="rId10" Type="http://schemas.openxmlformats.org/officeDocument/2006/relationships/image" Target="../media/kian_row1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검색에서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상품은 일부 경쟁사에만 노출됩니다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경쟁사별로 성과를 보고, 효율이 낮은 곳은 제외해 잘 되는 키워드만 남기겠습니다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키즈픽션·그로스템포·피크하이트 검색에도 두드림 미노출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647" y="2084832"/>
            <a:ext cx="2386953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0898" y="3867912"/>
            <a:ext cx="23627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93392"/>
            <a:ext cx="2870847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776472"/>
            <a:ext cx="2895098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30"/>
          <p:cNvSpPr txBox="1"/>
          <p:nvPr/>
        </p:nvSpPr>
        <p:spPr>
          <a:xfrm>
            <a:off x="9292761" y="2084832"/>
            <a:ext cx="232011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"종근당아이커키성장"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광고 노출</a:t>
            </a:r>
          </a:p>
        </p:txBody>
      </p:sp>
      <p:pic>
        <p:nvPicPr>
          <p:cNvPr id="19" name="Picture 31" descr="howtok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0" y="1993392"/>
            <a:ext cx="2937681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21" name="Picture 32" descr="howtoki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17920" y="3776472"/>
            <a:ext cx="3477450" cy="16002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0" name="TextBox 33"/>
          <p:cNvSpPr txBox="1"/>
          <p:nvPr/>
        </p:nvSpPr>
        <p:spPr>
          <a:xfrm>
            <a:off x="9832530" y="3867912"/>
            <a:ext cx="178035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"키앤이거" 검색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광고 노출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