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5"/>
  </p:notesMasterIdLst>
  <p:sldIdLst>
    <p:sldId id="385" r:id="rId3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2F5C"/>
    <a:srgbClr val="0000FF"/>
    <a:srgbClr val="004F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734" autoAdjust="0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648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79" Type="http://schemas.openxmlformats.org/officeDocument/2006/relationships/tableStyles" Target="tableStyles.xml"/><Relationship Id="rId77" Type="http://schemas.openxmlformats.org/officeDocument/2006/relationships/viewProps" Target="viewProps.xml"/><Relationship Id="rId7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78" Type="http://schemas.openxmlformats.org/officeDocument/2006/relationships/theme" Target="theme/theme1.xml"/><Relationship Id="rId34" Type="http://schemas.openxmlformats.org/officeDocument/2006/relationships/slide" Target="slides/slide33.xml"/><Relationship Id="rId76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17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DB4B41A-1637-8958-7E11-BE5A2400B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ECB4DE-46F0-4FB5-AA1B-AAB37E8DA0B9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3DC8B37-7FF8-8F57-1143-0ED670E45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4E5C64-53B1-521B-5A14-4EDD2605D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3F42FC-5F5F-447A-A6C6-E387B19911A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75159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쿠팡 주력 상품이 핵심 검색어 첫 화면에 없습니다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로켓배송과 리뷰는 이미 갖춘 상태입니다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이미 갖춘 로켓 상품을 대표 검색어와 경쟁사 검색어에서도 보이게 하는 것이 쿠팡의 과제입니다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상품: 2026.10.12 (주)두드림비엔비 쿠팡 브랜드샵 / 검색: 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827 · 968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FGO · 카무트 로켓 상품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조건은 갖춰진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주력 상품 모두 로켓 판매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철분 · 유산균 등도 리뷰 65~588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외부몰 중 가장 큰 매체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광고로 넓힐 기반은 확보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3개 중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 첫 화면 노출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검색어에서 보이지 않음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키성장영양제, 키크는영양제, 카무트효소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화면에 두드림 상품 없음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 자리는 키움정, 키앤이거, 그레인온 등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카테고리 검색 수요가 경쟁 상품에 집중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키움정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자사 브랜드 검색 광고 자리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검색어에 경쟁사 광고 노출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 검색 첫 줄에 키움정 광고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반대로 키움정, 하우투키 검색에는</a:t>
            </a:r>
          </a:p>
          <a:p>
            <a:pPr algn="l"/>
            <a:r>
              <a:rPr sz="130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두드림 노출 없음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운영 구조 정리 필요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519</TotalTime>
  <Words>11174</Words>
  <Application>Microsoft Office PowerPoint</Application>
  <PresentationFormat>와이드스크린</PresentationFormat>
  <Paragraphs>1974</Paragraphs>
  <Slides>73</Slides>
  <Notes>32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73</vt:i4>
      </vt:variant>
    </vt:vector>
  </HeadingPairs>
  <TitlesOfParts>
    <vt:vector size="82" baseType="lpstr">
      <vt:lpstr>맑은 고딕</vt:lpstr>
      <vt:lpstr>에스코어 드림 6 Bold</vt:lpstr>
      <vt:lpstr>에이투지체 3 Light</vt:lpstr>
      <vt:lpstr>에이투지체 4 Regular</vt:lpstr>
      <vt:lpstr>에이투지체 5 Medium</vt:lpstr>
      <vt:lpstr>에이투지체 6 SemiBold</vt:lpstr>
      <vt:lpstr>에이투지체 8 ExtraBold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LINKPRICE USER084</cp:lastModifiedBy>
  <cp:revision>82</cp:revision>
  <dcterms:created xsi:type="dcterms:W3CDTF">2026-10-07T09:08:19Z</dcterms:created>
  <dcterms:modified xsi:type="dcterms:W3CDTF">2026-10-13T09:41:26Z</dcterms:modified>
</cp:coreProperties>
</file>