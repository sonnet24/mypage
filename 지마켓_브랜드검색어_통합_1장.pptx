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434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18" Type="http://schemas.openxmlformats.org/officeDocument/2006/relationships/notesMaster" Target="notesMasters/notesMaster1.xml"/><Relationship Id="rId21" Type="http://schemas.openxmlformats.org/officeDocument/2006/relationships/theme" Target="theme/theme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11" Type="http://schemas.openxmlformats.org/officeDocument/2006/relationships/slide" Target="slides/slide10.xml"/><Relationship Id="rId19" Type="http://schemas.openxmlformats.org/officeDocument/2006/relationships/presProps" Target="presProps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1D339B-5518-4220-A5EC-C17406771880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7A4A0D-F971-42FA-B832-151C9EA105E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43928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0A5EFE-3F8F-5D68-421B-2B06070934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28E661E-CD00-4DCF-7002-CFCED59D1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F3A802-5BBC-5B90-3AB2-E6478A727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208076-D652-25C5-C539-88C1DFBB7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369F45-D33D-07B4-C996-3F604A95E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53597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7DEF00-6B72-4A0F-09C7-EC3CBCEC3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84DF9E-96D1-0CB8-35E3-92FA2B2EC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9F49C4-98E1-73F9-ACFF-86BBA9A67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D3B17-B855-5178-9CD4-D5DA5615E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D87DE5-4E9C-EB3C-4FA3-60700312C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833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BA7E04-47FE-99AA-58FB-864D11AAF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363215-B775-1A9E-6307-CE0912637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B17DAF-E9D3-4C34-A80A-0A6A9202F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F7F450-589C-3D96-6319-AD11F924B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F2ED9E-CDCA-7DFC-93E9-9F452493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80616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3F4531-B35F-412B-B5E5-BB5D7551A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2E0DA9-4EB0-3129-2479-2E93410D0A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FED597F-FCE4-72CE-6A53-BBE99F721A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28F1CA-AD0F-642D-2F6B-16E295AD8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A0DCBF0-5AD5-6BF4-BCA2-C05C59F9A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3FE4C43-3412-5FA5-B20E-57131C064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215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296258-4569-42D5-DE1E-010955358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97BDDCE-E7A8-D9AC-1155-4FB437CF5E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EC3DF4C-5096-CAEE-206A-14EA3A57AD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AFE454C-FFD7-BC23-D574-8262B007CE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2C5E07-40DD-DE09-29C5-FECBA7EFCF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A247EDB-776D-AFEF-65B6-DD0BC3000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868CAF9-F212-C742-0E9C-859552DD3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F057D1E-2086-9332-A4CD-55FBF1605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0145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BD9A2-8CE7-1085-F5CD-2ADB3C536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4A99087-D8E5-BBB1-006B-9E6E2EA50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F48BEF3-FC78-F512-5E03-63EACD5BE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C7A1DF5-4CC6-80E3-791B-B3515783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9072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F18778-9F04-DEB0-044D-3EFF10F09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F72C68B-5AB2-0AA5-51ED-E6D4C426E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E56A87-1EBA-BB3B-6652-14B5D84BC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3851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4A2155-7D27-56EC-BB31-BD780C2EE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318B50-F0F1-B222-1CD8-AB5C274CE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6E1CBB0-8268-E44C-5777-E0F181291B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8C5A7-69B2-CDC0-C166-511D2113B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BF4C09-A9DD-D394-30CB-36A45903B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D70D902-143A-D73D-5032-C10485B99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5285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2216E7-1915-D845-56D4-0F1856F4B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FD51BDD-B3B3-C866-3865-10C7C89C874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FCBB3B-7BFE-454E-E8C1-31116E89B9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2B9CB9-E5DC-C162-97A0-7A5D7420F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B588F0-4E7A-C2C7-743C-9C955D634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72DE62-085C-2BA9-C649-64D1EA806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167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3BC024-2FC8-8551-CB26-783A12343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A88B235-76CB-DE9A-262E-CFF90476B1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69E48F-D785-5CAC-6A05-9AAC93081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0BF1AC-7DC3-92CE-6FE5-B3406E7F1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ADF5BC-7F34-599A-36D2-83C86753F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6176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5BCE91C-E350-62FA-4E73-0307AEB05B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AC05D91-D80F-D64F-C551-1A3426FB1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AEB09B-6BEB-EC97-48DB-F09423EB0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2F20EC-7BAD-F719-7083-B0FF1BF45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320B36-A953-3331-3EF5-88A9C35DD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11143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467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03231B9-3232-E59C-ED7F-FB99F6D40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010D45-F53A-5258-1134-4023D0C998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0096B4-7752-8B1E-BB67-E34D89EC7F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FDBED7-30BC-C28B-7C48-3287B6D984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213279-39E8-34AA-0F1A-477609874B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6822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광고 영역에는 FGO와 프로바이오키드 위주로 노출되고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미니샵의 다른 아이클타임 상품은 대부분 빠져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 ②  판매 상품과 광고 상품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판매 상품을 브랜드 검색어 그룹에 모두 등록해 광고 노출을 늘리고, 낮은 입찰가로 ROAS를 높이겠습니다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(주)두드림 미니샵 내 "아이클타임" 검색 결과, 지마켓 "아이클타임" 검색 결과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6400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지마켓 미니샵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(주)두드림 "아이클타임" 검색</a:t>
            </a:r>
          </a:p>
        </p:txBody>
      </p:sp>
      <p:pic>
        <p:nvPicPr>
          <p:cNvPr id="12" name="Picture 11" descr="g_m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6400800" cy="2901297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Rounded Rectangle 12"/>
          <p:cNvSpPr/>
          <p:nvPr/>
        </p:nvSpPr>
        <p:spPr>
          <a:xfrm>
            <a:off x="7223760" y="2331720"/>
            <a:ext cx="4389120" cy="2971800"/>
          </a:xfrm>
          <a:prstGeom prst="roundRect">
            <a:avLst>
              <a:gd name="adj" fmla="val 246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52360" y="2450592"/>
            <a:ext cx="3931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판매 중  vs  광고 영역 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2880360"/>
            <a:ext cx="3977639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판매 중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키성장 FGO, 철분, 프로바이오키드, 멀티비타민 등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노출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5박스·4박스, 프로바이오키드 위주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그 외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남은 광고는 뉴트리원, 녹십초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비교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키움정 검색 광고는 5개 모두 키움정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2560</Words>
  <Application>Microsoft Office PowerPoint</Application>
  <PresentationFormat>와이드스크린</PresentationFormat>
  <Paragraphs>416</Paragraphs>
  <Slides>16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4" baseType="lpstr">
      <vt:lpstr>맑은 고딕</vt:lpstr>
      <vt:lpstr>에이투지체 3 Light</vt:lpstr>
      <vt:lpstr>에이투지체 4 Regular</vt:lpstr>
      <vt:lpstr>에이투지체 5 Medium</vt:lpstr>
      <vt:lpstr>에이투지체 6 SemiBold</vt:lpstr>
      <vt:lpstr>에이투지체 8 ExtraBold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LINKPRICE USER084</dc:creator>
  <cp:lastModifiedBy>LINKPRICE USER084</cp:lastModifiedBy>
  <cp:revision>9</cp:revision>
  <dcterms:created xsi:type="dcterms:W3CDTF">2026-10-13T10:08:00Z</dcterms:created>
  <dcterms:modified xsi:type="dcterms:W3CDTF">2026-10-13T10:41:06Z</dcterms:modified>
</cp:coreProperties>
</file>