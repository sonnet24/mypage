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385" r:id="rId2"/>
    <p:sldId id="425" r:id="rId3"/>
    <p:sldId id="426" r:id="rId4"/>
    <p:sldId id="430" r:id="rId5"/>
    <p:sldId id="428" r:id="rId6"/>
    <p:sldId id="429" r:id="rId7"/>
    <p:sldId id="427" r:id="rId8"/>
    <p:sldId id="432" r:id="rId9"/>
    <p:sldId id="441" r:id="rId10"/>
    <p:sldId id="435" r:id="rId11"/>
    <p:sldId id="436" r:id="rId12"/>
    <p:sldId id="438" r:id="rId14"/>
    <p:sldId id="440" r:id="rId16"/>
    <p:sldId id="439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 배송 상품이 대표 검색어에서도 보이게 하는 것이 쿠팡의 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광고할 상품은 준비된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미노출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 결과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검색에 두드림 없음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키움정, 하우투키 검색은 경쟁사 상품뿐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 브랜드 검색 결과에는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 상품이 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②  경쟁사 브랜드 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검색어는 제외하지 않고 노출해 전환 성과를 확인하겠습니다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59335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첫 화면 전부 키움정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0723" y="1993392"/>
            <a:ext cx="463215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젬, 키앤이거 광고 노출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31720"/>
            <a:ext cx="4593355" cy="256032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0723" y="2331720"/>
            <a:ext cx="4632157" cy="256032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많은 FGO·카무트 위주로 광고하고, 목표 ROAS와 예산을 조정해 노출을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제외 기준과 운영 방식을 다르게 가져갑니다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상품이 상단에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노출량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노출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키워드로 막지 않고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5클릭 이상 무전환 검색어만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두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 리뷰가 쌓인 로켓 상품 위주로 광고해 FGO와 다음 히어로 상품의 판매를 늘리겠습니다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758185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126006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2</a:t>
            </a:r>
            <a:endParaRPr sz="105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구조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정리</a:t>
            </a:r>
            <a:endParaRPr sz="130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337560" y="3758185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38728" y="3758185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4059937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0" y="4059937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3758185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303580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8776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71092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Event Note Bar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Event Note Text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행사 기간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상시 캠페인을 그대로 두고 블프 기간 예산과 목표 ROAS만 조정합니다</a:t>
            </a:r>
          </a:p>
        </p:txBody>
      </p:sp>
      <p:sp>
        <p:nvSpPr>
          <p:cNvPr id="37" name="Rounded Rectangle 23">
            <a:extLst>
              <a:ext uri="{FF2B5EF4-FFF2-40B4-BE49-F238E27FC236}">
                <a16:creationId xmlns:a16="http://schemas.microsoft.com/office/drawing/2014/main" id="{3FC9EB3B-D101-DA6C-F6F0-E354BB2AED16}"/>
              </a:ext>
            </a:extLst>
          </p:cNvPr>
          <p:cNvSpPr/>
          <p:nvPr/>
        </p:nvSpPr>
        <p:spPr>
          <a:xfrm>
            <a:off x="548640" y="2414017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594F48-2017-BA7F-C773-9CCCA0978617}"/>
              </a:ext>
            </a:extLst>
          </p:cNvPr>
          <p:cNvSpPr txBox="1"/>
          <p:nvPr/>
        </p:nvSpPr>
        <p:spPr>
          <a:xfrm>
            <a:off x="731520" y="2781838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</a:t>
            </a:r>
            <a:endParaRPr sz="10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확대</a:t>
            </a:r>
            <a:endParaRPr sz="1300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41" name="Rounded Rectangle 25">
            <a:extLst>
              <a:ext uri="{FF2B5EF4-FFF2-40B4-BE49-F238E27FC236}">
                <a16:creationId xmlns:a16="http://schemas.microsoft.com/office/drawing/2014/main" id="{5F8F59D9-7B3C-91EB-17C2-3BFB090BB546}"/>
              </a:ext>
            </a:extLst>
          </p:cNvPr>
          <p:cNvSpPr/>
          <p:nvPr/>
        </p:nvSpPr>
        <p:spPr>
          <a:xfrm>
            <a:off x="3291840" y="2414017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3EF5A2-BC28-2E2C-85CA-52C369286843}"/>
              </a:ext>
            </a:extLst>
          </p:cNvPr>
          <p:cNvSpPr txBox="1"/>
          <p:nvPr/>
        </p:nvSpPr>
        <p:spPr>
          <a:xfrm>
            <a:off x="3493008" y="2414017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대표·경쟁사 검색어는 제외 없이 성과를 봅니다</a:t>
            </a:r>
          </a:p>
        </p:txBody>
      </p:sp>
      <p:sp>
        <p:nvSpPr>
          <p:cNvPr id="45" name="Rounded Rectangle 27">
            <a:extLst>
              <a:ext uri="{FF2B5EF4-FFF2-40B4-BE49-F238E27FC236}">
                <a16:creationId xmlns:a16="http://schemas.microsoft.com/office/drawing/2014/main" id="{FACD7F63-F59D-FA34-F7BE-C860A4BCDD3B}"/>
              </a:ext>
            </a:extLst>
          </p:cNvPr>
          <p:cNvSpPr/>
          <p:nvPr/>
        </p:nvSpPr>
        <p:spPr>
          <a:xfrm>
            <a:off x="7543800" y="2715769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33B7BC-6EFB-BAE0-93A5-D39F03C7D576}"/>
              </a:ext>
            </a:extLst>
          </p:cNvPr>
          <p:cNvSpPr txBox="1"/>
          <p:nvPr/>
        </p:nvSpPr>
        <p:spPr>
          <a:xfrm>
            <a:off x="7635240" y="2715769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7ACCA9-8AE8-ACB0-1E0F-63119C1A6DE7}"/>
              </a:ext>
            </a:extLst>
          </p:cNvPr>
          <p:cNvSpPr txBox="1"/>
          <p:nvPr/>
        </p:nvSpPr>
        <p:spPr>
          <a:xfrm>
            <a:off x="9966960" y="2414017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51" name="Isosceles Triangle 30">
            <a:extLst>
              <a:ext uri="{FF2B5EF4-FFF2-40B4-BE49-F238E27FC236}">
                <a16:creationId xmlns:a16="http://schemas.microsoft.com/office/drawing/2014/main" id="{4BD635CA-0E7D-0616-7A49-EFE7DE47B1D6}"/>
              </a:ext>
            </a:extLst>
          </p:cNvPr>
          <p:cNvSpPr/>
          <p:nvPr/>
        </p:nvSpPr>
        <p:spPr>
          <a:xfrm rot="5400000">
            <a:off x="299008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31">
            <a:extLst>
              <a:ext uri="{FF2B5EF4-FFF2-40B4-BE49-F238E27FC236}">
                <a16:creationId xmlns:a16="http://schemas.microsoft.com/office/drawing/2014/main" id="{D7A4EEC5-AEB5-99A9-16F9-9C4821E592C9}"/>
              </a:ext>
            </a:extLst>
          </p:cNvPr>
          <p:cNvSpPr/>
          <p:nvPr/>
        </p:nvSpPr>
        <p:spPr>
          <a:xfrm rot="5400000">
            <a:off x="724204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Isosceles Triangle 32">
            <a:extLst>
              <a:ext uri="{FF2B5EF4-FFF2-40B4-BE49-F238E27FC236}">
                <a16:creationId xmlns:a16="http://schemas.microsoft.com/office/drawing/2014/main" id="{D09ECC70-0D22-DA2C-BB5F-96DC1B7C205F}"/>
              </a:ext>
            </a:extLst>
          </p:cNvPr>
          <p:cNvSpPr/>
          <p:nvPr/>
        </p:nvSpPr>
        <p:spPr>
          <a:xfrm rot="5400000">
            <a:off x="966520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 상품과 리뷰 수 차이도 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지마켓은 광고 영역을 채우는 것이 시작 과제입니다</a:t>
            </a:r>
            <a:endParaRPr sz="1350" dirty="0">
              <a:solidFill>
                <a:srgbClr val="004F9F"/>
              </a:solidFill>
              <a:latin typeface="에이투지체 6 SemiBold"/>
              <a:ea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채우기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263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63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②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8416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841607" cy="219456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4663440"/>
            <a:ext cx="484160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5박스·4박스,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남은 광고는 뉴트리원, 녹십초</a:t>
            </a:r>
          </a:p>
        </p:txBody>
      </p:sp>
      <p:sp>
        <p:nvSpPr>
          <p:cNvPr id="16" name="TextBox 13"/>
          <p:cNvSpPr txBox="1"/>
          <p:nvPr/>
        </p:nvSpPr>
        <p:spPr>
          <a:xfrm>
            <a:off x="5943600" y="1993392"/>
            <a:ext cx="5669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7" name="Picture 14" descr="g_kium.png"/>
          <p:cNvPicPr>
            <a:picLocks noChangeAspect="1"/>
          </p:cNvPicPr>
          <p:nvPr/>
        </p:nvPicPr>
        <p:blipFill>
          <a:blip r:embed="rId3"/>
          <a:srcRect r="5832"/>
          <a:stretch>
            <a:fillRect/>
          </a:stretch>
        </p:blipFill>
        <p:spPr>
          <a:xfrm>
            <a:off x="5943600" y="2331720"/>
            <a:ext cx="3968468" cy="29718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5"/>
          <p:cNvSpPr txBox="1"/>
          <p:nvPr/>
        </p:nvSpPr>
        <p:spPr>
          <a:xfrm>
            <a:off x="10049228" y="2331720"/>
            <a:ext cx="15636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전부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있고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상품과는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수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차이가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큽니다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③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광고로 들어온 고객이 다른 상품도 볼 수 있도록 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추가구성 순서 변경을 제안합니다</a:t>
            </a:r>
            <a:endParaRPr sz="1900" dirty="0">
              <a:solidFill>
                <a:srgbClr val="222222"/>
              </a:solidFill>
              <a:latin typeface="에이투지체 8 ExtraBold"/>
              <a:ea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④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상세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페이지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추가구성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로</a:t>
            </a:r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세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직접 운영형 광고를 중심으로 관리하겠습니다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지마켓은 쿠팡에서 검증된 상품과 검색어를 중심으로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채우기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51460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51460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273552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273552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273552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격차가 큰 검색어는 CPC 상한을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39242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39242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273552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4151376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151376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4151376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4151376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 검색어는 CPC 상한 안에서 순위 관리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경쟁사 검색어는 매체 정책 확인 후 테스트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427024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427024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4151376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ype Note Bar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ype Note Text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통합: 상품·입찰 모두 AI  /  집중: 상품 선택, 입찰 AI  /  직접: 상품·키워드·입찰가 직접 설정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11번가는 공식 스토어 광고를 새로 시작해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 검색어와 대표 상품 1~2개부터 검증합니다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운영 계획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 광고 시작 순서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199" y="2193798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기준</a:t>
            </a:r>
            <a:endParaRPr sz="150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브랜드 검색어와 대표 상품으로 시작하고, 전환이 확인된 키워드부터 예산을 늘리겠습니다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시작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확대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브랜드 검색어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 · 두드림 검색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상품 상시 노출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대표 상품 1~2개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리뷰 쌓기 전 집중 운영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대표 상품에 예산 집중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롱테일 테스트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세부 검색어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전환 확인 후 키워드 확대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1" y="2623566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599" y="2715006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2791084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79" y="2623566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판매처보다 공식 스토어 먼저 노출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1" y="319963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599" y="329107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367156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79" y="319963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 노출 주간 점검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1" y="377571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599" y="386715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943228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79" y="377571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리뷰가 쌓인 뒤 대표 검색어 확대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오픈마켓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매체별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ROAS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비교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운영 관리  사내 리포트 (동종 건기식 사례)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주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2318</Words>
  <Application>Microsoft Office PowerPoint</Application>
  <PresentationFormat>와이드스크린</PresentationFormat>
  <Paragraphs>381</Paragraphs>
  <Slides>15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3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15</cp:revision>
  <dcterms:created xsi:type="dcterms:W3CDTF">2026-10-13T10:08:00Z</dcterms:created>
  <dcterms:modified xsi:type="dcterms:W3CDTF">2026-10-13T11:51:23Z</dcterms:modified>
</cp:coreProperties>
</file>